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5F1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594" y="-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253EBA-2907-6E23-1A93-16EC4804A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905998" cy="109038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i="1" dirty="0" smtClean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/>
            </a:r>
            <a:br>
              <a:rPr lang="en-US" b="1" i="1" dirty="0" smtClean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</a:br>
            <a:r>
              <a:rPr lang="en-US" b="1" i="1" u="sng" dirty="0" smtClean="0">
                <a:solidFill>
                  <a:schemeClr val="bg2">
                    <a:lumMod val="50000"/>
                  </a:schemeClr>
                </a:solidFill>
                <a:ea typeface="+mj-lt"/>
                <a:cs typeface="+mj-lt"/>
              </a:rPr>
              <a:t>MINI </a:t>
            </a:r>
            <a:r>
              <a:rPr lang="en-US" b="1" i="1" u="sng" dirty="0">
                <a:solidFill>
                  <a:schemeClr val="bg2">
                    <a:lumMod val="50000"/>
                  </a:schemeClr>
                </a:solidFill>
                <a:ea typeface="+mj-lt"/>
                <a:cs typeface="+mj-lt"/>
              </a:rPr>
              <a:t>PROJECT IN C</a:t>
            </a:r>
            <a:endParaRPr lang="en-US" b="1" i="1" u="sng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b="1" i="1" u="sng" dirty="0">
                <a:solidFill>
                  <a:schemeClr val="bg2">
                    <a:lumMod val="50000"/>
                  </a:schemeClr>
                </a:solidFill>
                <a:ea typeface="+mj-lt"/>
                <a:cs typeface="+mj-lt"/>
              </a:rPr>
              <a:t>PROGRAMMING</a:t>
            </a:r>
            <a:endParaRPr lang="en-US" b="1" i="1" u="sng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55FDD5-EC7E-A967-1457-9E321805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78241"/>
            <a:ext cx="9905999" cy="3512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Project Title: Student Detail Management System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Developed in: C Programming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College: Pragati Engineering College,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Surampalem</a:t>
            </a:r>
            <a:endParaRPr lang="en-US" sz="36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553187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83FB2E-BF8C-B91F-5080-E5B0B46C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38200"/>
            <a:ext cx="9905998" cy="52966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000" u="sng" dirty="0" smtClean="0"/>
              <a:t>introduction</a:t>
            </a:r>
            <a:endParaRPr lang="en-US" sz="40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A62B9B-E758-CF3A-4181-5C1789262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17525"/>
            <a:ext cx="9905999" cy="40736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i="1" dirty="0">
                <a:solidFill>
                  <a:schemeClr val="bg1"/>
                </a:solidFill>
                <a:ea typeface="+mn-lt"/>
                <a:cs typeface="+mn-lt"/>
              </a:rPr>
              <a:t> This project is a simple demonstration of how</a:t>
            </a:r>
            <a:endParaRPr lang="en-US" sz="3600" i="1">
              <a:solidFill>
                <a:schemeClr val="bg1"/>
              </a:solidFill>
            </a:endParaRPr>
          </a:p>
          <a:p>
            <a:r>
              <a:rPr lang="en-US" sz="3600" i="1" dirty="0">
                <a:solidFill>
                  <a:schemeClr val="bg1"/>
                </a:solidFill>
                <a:ea typeface="+mn-lt"/>
                <a:cs typeface="+mn-lt"/>
              </a:rPr>
              <a:t>we can use C language to manage student details</a:t>
            </a:r>
            <a:endParaRPr lang="en-US" sz="3600" i="1">
              <a:solidFill>
                <a:schemeClr val="bg1"/>
              </a:solidFill>
            </a:endParaRPr>
          </a:p>
          <a:p>
            <a:r>
              <a:rPr lang="en-US" sz="3600" i="1" dirty="0">
                <a:solidFill>
                  <a:schemeClr val="bg1"/>
                </a:solidFill>
                <a:ea typeface="+mn-lt"/>
                <a:cs typeface="+mn-lt"/>
              </a:rPr>
              <a:t>in an organized way. It is created as part of our</a:t>
            </a:r>
            <a:endParaRPr lang="en-US" sz="3600" i="1">
              <a:solidFill>
                <a:schemeClr val="bg1"/>
              </a:solidFill>
            </a:endParaRPr>
          </a:p>
          <a:p>
            <a:r>
              <a:rPr lang="en-US" sz="3600" i="1" dirty="0">
                <a:solidFill>
                  <a:schemeClr val="bg1"/>
                </a:solidFill>
                <a:ea typeface="+mn-lt"/>
                <a:cs typeface="+mn-lt"/>
              </a:rPr>
              <a:t>academic learning to understand basic</a:t>
            </a:r>
            <a:endParaRPr lang="en-US" sz="3600" i="1">
              <a:solidFill>
                <a:schemeClr val="bg1"/>
              </a:solidFill>
            </a:endParaRPr>
          </a:p>
          <a:p>
            <a:r>
              <a:rPr lang="en-US" sz="3600" i="1" dirty="0">
                <a:solidFill>
                  <a:schemeClr val="bg1"/>
                </a:solidFill>
                <a:ea typeface="+mn-lt"/>
                <a:cs typeface="+mn-lt"/>
              </a:rPr>
              <a:t>programming concepts.</a:t>
            </a:r>
            <a:endParaRPr lang="en-US" sz="3600">
              <a:solidFill>
                <a:schemeClr val="bg1"/>
              </a:solidFill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10313823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1BA289-08D1-E01B-1011-0C163A2A2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15540"/>
            <a:ext cx="8805952" cy="4943537"/>
          </a:xfrm>
        </p:spPr>
        <p:txBody>
          <a:bodyPr/>
          <a:lstStyle/>
          <a:p>
            <a:r>
              <a:rPr lang="en-US" sz="5400" i="1" u="sng" dirty="0">
                <a:solidFill>
                  <a:schemeClr val="bg2"/>
                </a:solidFill>
                <a:latin typeface="Trade Gothic Next Cond"/>
              </a:rPr>
              <a:t>Student </a:t>
            </a:r>
            <a:r>
              <a:rPr lang="en-US" sz="5400" i="1" u="sng" dirty="0" err="1" smtClean="0">
                <a:solidFill>
                  <a:schemeClr val="bg2"/>
                </a:solidFill>
                <a:latin typeface="Trade Gothic Next Cond"/>
              </a:rPr>
              <a:t>aadhar,apaarid,email&amp;phone</a:t>
            </a:r>
            <a:r>
              <a:rPr lang="en-US" sz="5400" i="1" u="sng" dirty="0" smtClean="0">
                <a:solidFill>
                  <a:schemeClr val="bg2"/>
                </a:solidFill>
                <a:latin typeface="Trade Gothic Next Cond"/>
              </a:rPr>
              <a:t> number management </a:t>
            </a:r>
            <a:r>
              <a:rPr lang="en-US" sz="5400" i="1" u="sng" dirty="0">
                <a:solidFill>
                  <a:schemeClr val="bg2"/>
                </a:solidFill>
                <a:latin typeface="Trade Gothic Next Cond"/>
              </a:rPr>
              <a:t>system</a:t>
            </a:r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8703B2B-E096-FC32-2CF0-044EDA790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793" y="3977818"/>
            <a:ext cx="8092206" cy="127998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800" b="1" i="1" dirty="0">
              <a:solidFill>
                <a:schemeClr val="bg2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950999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96D64F-A373-F1F1-019E-13787762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865" y="618518"/>
            <a:ext cx="7442546" cy="1071475"/>
          </a:xfrm>
        </p:spPr>
        <p:txBody>
          <a:bodyPr/>
          <a:lstStyle/>
          <a:p>
            <a:r>
              <a:rPr lang="en-US" sz="3200" b="1" dirty="0">
                <a:solidFill>
                  <a:schemeClr val="accent2">
                    <a:lumMod val="76000"/>
                  </a:schemeClr>
                </a:solidFill>
                <a:latin typeface="Trade Gothic Next Cond"/>
              </a:rPr>
              <a:t> </a:t>
            </a:r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Program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A42EEA-36AB-4C74-0410-D3AA70461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850" y="1696256"/>
            <a:ext cx="9895561" cy="46586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Trade Gothic Next Light"/>
              </a:rPr>
              <a:t>      Store multiple student records</a:t>
            </a:r>
            <a:endParaRPr lang="en-US" sz="900" dirty="0">
              <a:solidFill>
                <a:schemeClr val="bg1"/>
              </a:solidFill>
              <a:latin typeface="Trade Gothic Next Light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900" dirty="0">
              <a:solidFill>
                <a:schemeClr val="bg1"/>
              </a:solidFill>
              <a:latin typeface="Trade Gothic Next Light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Trade Gothic Next Light"/>
              </a:rPr>
              <a:t>    Each record contains 5 fields</a:t>
            </a:r>
          </a:p>
          <a:p>
            <a:pPr marL="0" indent="0">
              <a:lnSpc>
                <a:spcPct val="130000"/>
              </a:lnSpc>
              <a:buNone/>
            </a:pPr>
            <a:endParaRPr lang="en-US" sz="2600" dirty="0">
              <a:solidFill>
                <a:schemeClr val="bg1"/>
              </a:solidFill>
              <a:latin typeface="Trade Gothic Next Light"/>
            </a:endParaRPr>
          </a:p>
          <a:p>
            <a:pPr>
              <a:lnSpc>
                <a:spcPct val="130000"/>
              </a:lnSpc>
            </a:pPr>
            <a:r>
              <a:rPr lang="en-US" sz="2600" dirty="0">
                <a:solidFill>
                  <a:schemeClr val="bg1"/>
                </a:solidFill>
                <a:latin typeface="Trade Gothic Next Light"/>
              </a:rPr>
              <a:t>   Operations supported: Add, Display, Search, Exit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latin typeface="Trade Gothic Next Light"/>
              </a:rPr>
              <a:t/>
            </a:r>
            <a:br>
              <a:rPr lang="en-US" sz="900" dirty="0">
                <a:latin typeface="Trade Gothic Next Light"/>
              </a:rPr>
            </a:br>
            <a:endParaRPr lang="en-US" sz="900" dirty="0">
              <a:solidFill>
                <a:schemeClr val="bg1"/>
              </a:solidFill>
              <a:latin typeface="Trade Gothic Next Light"/>
            </a:endParaRPr>
          </a:p>
          <a:p>
            <a:pPr>
              <a:lnSpc>
                <a:spcPct val="130000"/>
              </a:lnSpc>
            </a:pPr>
            <a:r>
              <a:rPr lang="en-US" sz="2600" dirty="0">
                <a:solidFill>
                  <a:schemeClr val="bg1"/>
                </a:solidFill>
                <a:latin typeface="Trade Gothic Next Light"/>
              </a:rPr>
              <a:t>   Data stored temporarily using an array</a:t>
            </a:r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xmlns="" id="{C4C63E6C-72A9-A45C-E7F0-42E85812C93F}"/>
              </a:ext>
            </a:extLst>
          </p:cNvPr>
          <p:cNvSpPr/>
          <p:nvPr/>
        </p:nvSpPr>
        <p:spPr>
          <a:xfrm>
            <a:off x="1151887" y="1946127"/>
            <a:ext cx="289477" cy="202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970EF0C8-A315-054F-66B3-D4247A7964AD}"/>
              </a:ext>
            </a:extLst>
          </p:cNvPr>
          <p:cNvSpPr/>
          <p:nvPr/>
        </p:nvSpPr>
        <p:spPr>
          <a:xfrm>
            <a:off x="1124881" y="2877810"/>
            <a:ext cx="331230" cy="202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921281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F2CCCB-3196-A7AD-C5B6-64DD2DC1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782" y="242738"/>
            <a:ext cx="6920629" cy="1374186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MAX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5D693C-E448-D113-9DAB-41FC3017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80861"/>
            <a:ext cx="9905999" cy="38103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i="1" cap="all" dirty="0">
                <a:solidFill>
                  <a:schemeClr val="bg1"/>
                </a:solidFill>
                <a:latin typeface="Consolas"/>
              </a:rPr>
              <a:t>#define MAX 100</a:t>
            </a:r>
            <a:endParaRPr lang="en-US" sz="3200" i="1" cap="all">
              <a:solidFill>
                <a:schemeClr val="bg1"/>
              </a:solidFill>
              <a:latin typeface="Trade Gothic Next Cond"/>
            </a:endParaRPr>
          </a:p>
          <a:p>
            <a:r>
              <a:rPr lang="en-US" sz="3200" i="1" cap="all" dirty="0">
                <a:solidFill>
                  <a:schemeClr val="bg1"/>
                </a:solidFill>
                <a:ea typeface="+mn-lt"/>
                <a:cs typeface="+mn-lt"/>
              </a:rPr>
              <a:t>Maximum limit of students</a:t>
            </a:r>
            <a:endParaRPr lang="en-US" sz="3200" i="1">
              <a:solidFill>
                <a:schemeClr val="bg1"/>
              </a:solidFill>
            </a:endParaRPr>
          </a:p>
          <a:p>
            <a:r>
              <a:rPr lang="en-US" sz="3200" i="1" cap="all" dirty="0">
                <a:solidFill>
                  <a:schemeClr val="bg1"/>
                </a:solidFill>
                <a:ea typeface="+mn-lt"/>
                <a:cs typeface="+mn-lt"/>
              </a:rPr>
              <a:t>Prevents overflow</a:t>
            </a:r>
            <a:endParaRPr lang="en-US" sz="3200" i="1">
              <a:solidFill>
                <a:schemeClr val="bg1"/>
              </a:solidFill>
            </a:endParaRPr>
          </a:p>
          <a:p>
            <a:r>
              <a:rPr lang="en-US" sz="3200" i="1" cap="all" dirty="0">
                <a:solidFill>
                  <a:schemeClr val="bg1"/>
                </a:solidFill>
                <a:ea typeface="+mn-lt"/>
                <a:cs typeface="+mn-lt"/>
              </a:rPr>
              <a:t>Used for array size</a:t>
            </a:r>
            <a:endParaRPr lang="en-US" sz="3200" i="1" dirty="0">
              <a:solidFill>
                <a:schemeClr val="bg1"/>
              </a:solidFill>
            </a:endParaRPr>
          </a:p>
          <a:p>
            <a:endParaRPr lang="en-US" sz="2800" cap="all" dirty="0">
              <a:solidFill>
                <a:schemeClr val="tx2">
                  <a:lumMod val="90000"/>
                </a:schemeClr>
              </a:solidFill>
              <a:latin typeface="Trade Gothic Next Cond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58355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41A5B4-CB69-F57F-8D2C-51F88324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98406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Student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980CE3-DE6B-2580-8514-AFBBF21E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17131"/>
            <a:ext cx="9905999" cy="407407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Structure name: struct Student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Contains: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name[50] </a:t>
            </a:r>
          </a:p>
          <a:p>
            <a:pPr>
              <a:lnSpc>
                <a:spcPct val="130000"/>
              </a:lnSpc>
            </a:pP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aadhar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[20] </a:t>
            </a:r>
          </a:p>
          <a:p>
            <a:pPr>
              <a:lnSpc>
                <a:spcPct val="130000"/>
              </a:lnSpc>
            </a:pP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apaar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[20]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email[50]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phone[15]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335181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C1BCB1-7CEA-AB26-720E-941C2AD9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55"/>
            <a:ext cx="9905998" cy="2031802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Global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6B3566-0F48-9FD4-58A7-8BCF15D3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59926"/>
            <a:ext cx="9905999" cy="35312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>
                <a:solidFill>
                  <a:schemeClr val="bg1"/>
                </a:solidFill>
                <a:latin typeface="Trade Gothic Next Light"/>
              </a:rPr>
              <a:t>struct Student s[MAX]; → array to store students </a:t>
            </a: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chemeClr val="bg1"/>
                </a:solidFill>
                <a:latin typeface="Trade Gothic Next Light"/>
              </a:rPr>
              <a:t>int count = 0; → tracks number of students</a:t>
            </a:r>
          </a:p>
          <a:p>
            <a:pPr>
              <a:lnSpc>
                <a:spcPct val="130000"/>
              </a:lnSpc>
            </a:pPr>
            <a:r>
              <a:rPr lang="en-US" sz="3200">
                <a:solidFill>
                  <a:schemeClr val="bg1"/>
                </a:solidFill>
                <a:latin typeface="Trade Gothic Next Light"/>
              </a:rPr>
              <a:t> Used across all functions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04784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22E732-5DAF-0F00-32C5-7DAB0184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88875"/>
            <a:ext cx="9905998" cy="1144542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Add Student()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12469F-9683-5B49-1141-4E29697E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99597"/>
            <a:ext cx="9905999" cy="449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Adds a new student record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Checks if count reached MAX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Takes user input for all 5 fields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Uses </a:t>
            </a:r>
            <a:r>
              <a:rPr lang="en-US" sz="3200" i="1" err="1">
                <a:solidFill>
                  <a:schemeClr val="bg1"/>
                </a:solidFill>
                <a:latin typeface="Trade Gothic Next Light"/>
              </a:rPr>
              <a:t>scanf</a:t>
            </a: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 and " %[^\n]" for name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Increases count after adding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7833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133066-0D3D-9F79-ACD9-6CCA52696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20190"/>
            <a:ext cx="9905998" cy="90446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Input Fields in add Student()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240414-2AF1-77EB-143A-1698C8638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0474"/>
            <a:ext cx="9905999" cy="44707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Inputs taken in order: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Name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Aadhar number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APAAR ID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Email ID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Phone number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Stored in s[count]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42440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870AF1-BAF8-D0A0-6636-5DE98E352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20190"/>
            <a:ext cx="9905998" cy="956652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Display Students()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FBDD37-E39A-3315-9121-AA4F5CD9B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72666"/>
            <a:ext cx="9905999" cy="44185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Shows all stored student records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 Checks if count == 0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Loops through array using for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Prints details of each student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User-friendly formatting used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14400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441A68-47B4-3177-6984-1896876D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09751"/>
            <a:ext cx="9905998" cy="108191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Loop Inside display Students()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FEB115-2915-C9B5-B41D-218532ECD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62227"/>
            <a:ext cx="9905999" cy="47943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Runs </a:t>
            </a: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i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 = 0 to count - 1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Prints 5 fields for each student: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Name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Aadhar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APAAR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Email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Phone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7054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C05521-EF0A-9691-8D9A-1CCC0F37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52400"/>
            <a:ext cx="9905998" cy="1134104"/>
          </a:xfrm>
        </p:spPr>
        <p:txBody>
          <a:bodyPr/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Search Student() Function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0F57B7-A197-9D32-A2EA-FD65A0905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07323"/>
            <a:ext cx="9905999" cy="47838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Searches using one input key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 Key can be: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Aadhar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APAAR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 Email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Phone </a:t>
            </a:r>
            <a:endParaRPr lang="en-US" sz="3200">
              <a:solidFill>
                <a:schemeClr val="bg1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32264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29C32D-5CCF-C820-D748-047C8BCCC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905998" cy="580872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Search Matching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AD0C90-F4EB-EFD1-B440-4E333865B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21515"/>
            <a:ext cx="9905999" cy="453335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Loops through all students </a:t>
            </a:r>
          </a:p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Checks four conditions:</a:t>
            </a:r>
          </a:p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 s[</a:t>
            </a:r>
            <a:r>
              <a:rPr lang="en-US" sz="2800" i="1" dirty="0" err="1">
                <a:solidFill>
                  <a:schemeClr val="bg1"/>
                </a:solidFill>
                <a:latin typeface="Trade Gothic Next Light"/>
              </a:rPr>
              <a:t>i</a:t>
            </a: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].</a:t>
            </a:r>
            <a:r>
              <a:rPr lang="en-US" sz="2800" i="1" dirty="0" err="1">
                <a:solidFill>
                  <a:schemeClr val="bg1"/>
                </a:solidFill>
                <a:latin typeface="Trade Gothic Next Light"/>
              </a:rPr>
              <a:t>aadhar</a:t>
            </a: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 == key</a:t>
            </a:r>
          </a:p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 s[</a:t>
            </a:r>
            <a:r>
              <a:rPr lang="en-US" sz="2800" i="1" dirty="0" err="1">
                <a:solidFill>
                  <a:schemeClr val="bg1"/>
                </a:solidFill>
                <a:latin typeface="Trade Gothic Next Light"/>
              </a:rPr>
              <a:t>i</a:t>
            </a: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].</a:t>
            </a:r>
            <a:r>
              <a:rPr lang="en-US" sz="2800" i="1" dirty="0" err="1">
                <a:solidFill>
                  <a:schemeClr val="bg1"/>
                </a:solidFill>
                <a:latin typeface="Trade Gothic Next Light"/>
              </a:rPr>
              <a:t>apaar</a:t>
            </a: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 == key</a:t>
            </a:r>
          </a:p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 s[</a:t>
            </a:r>
            <a:r>
              <a:rPr lang="en-US" sz="2800" i="1" dirty="0" err="1">
                <a:solidFill>
                  <a:schemeClr val="bg1"/>
                </a:solidFill>
                <a:latin typeface="Trade Gothic Next Light"/>
              </a:rPr>
              <a:t>i</a:t>
            </a: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].email == key </a:t>
            </a:r>
          </a:p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s[</a:t>
            </a:r>
            <a:r>
              <a:rPr lang="en-US" sz="2800" i="1" dirty="0" err="1">
                <a:solidFill>
                  <a:schemeClr val="bg1"/>
                </a:solidFill>
                <a:latin typeface="Trade Gothic Next Light"/>
              </a:rPr>
              <a:t>i</a:t>
            </a: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].phone == key</a:t>
            </a:r>
          </a:p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 If matched → displays full record </a:t>
            </a:r>
          </a:p>
          <a:p>
            <a:pPr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  <a:latin typeface="Trade Gothic Next Light"/>
              </a:rPr>
              <a:t>If not match → prints "not found"</a:t>
            </a:r>
            <a:r>
              <a:rPr lang="en-US" sz="1800" i="1" dirty="0">
                <a:solidFill>
                  <a:schemeClr val="bg1"/>
                </a:solidFill>
                <a:latin typeface="Trade Gothic Next Light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488246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6BC01E-CB80-F07F-4CE2-41800557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0516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Main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93F9E8-C8A5-BF36-3CA5-79DAD1723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6693"/>
            <a:ext cx="9905999" cy="4084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Switch cases for operations: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 Add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Display 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Search </a:t>
            </a:r>
          </a:p>
          <a:p>
            <a:pPr>
              <a:lnSpc>
                <a:spcPct val="130000"/>
              </a:lnSpc>
            </a:pPr>
            <a:r>
              <a:rPr lang="en-US" sz="3200" i="1">
                <a:solidFill>
                  <a:schemeClr val="bg1"/>
                </a:solidFill>
                <a:latin typeface="Trade Gothic Next Light"/>
              </a:rPr>
              <a:t> Exit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721341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89184B-BDDB-E5BF-BF52-3CA8C4FE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230"/>
            <a:ext cx="9905998" cy="695694"/>
          </a:xfrm>
        </p:spPr>
        <p:txBody>
          <a:bodyPr/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Program summary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C05CA8-EF9F-2582-B02A-C5D0E26C9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16721"/>
            <a:ext cx="9905999" cy="6005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Program stores student details using a structure containing name, </a:t>
            </a: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aadhar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, </a:t>
            </a: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apaar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, email, and phone.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Uses an array s[MAX] and a counter count to manage multiple student records in memory.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Provides three main operations: adding new students, displaying all records, and searching a record by any field.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oops to find matching records during the search operation.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Menu-driven design in the main() function allows easy interaction and continuous execution until exit.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43942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E81C23-7025-4F5B-A221-FBCEAA6E8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3033885"/>
          </a:xfrm>
        </p:spPr>
        <p:txBody>
          <a:bodyPr>
            <a:noAutofit/>
          </a:bodyPr>
          <a:lstStyle/>
          <a:p>
            <a:pPr algn="ctr"/>
            <a:r>
              <a:rPr lang="en-US" sz="11500" i="1" u="sng" dirty="0" err="1" smtClean="0">
                <a:solidFill>
                  <a:schemeClr val="bg1"/>
                </a:solidFill>
                <a:latin typeface="Bradley Hand ITC" pitchFamily="66" charset="0"/>
                <a:ea typeface="HGGothicE"/>
              </a:rPr>
              <a:t>thankyou</a:t>
            </a:r>
            <a:endParaRPr lang="en-US" sz="11500" i="1" u="sng" dirty="0">
              <a:solidFill>
                <a:schemeClr val="bg1"/>
              </a:solidFill>
              <a:latin typeface="Bradley Hand ITC" pitchFamily="66" charset="0"/>
              <a:ea typeface="HGGothic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CC8791-BFC1-BF1C-E369-FBAD54AAB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648226"/>
            <a:ext cx="9905999" cy="2142975"/>
          </a:xfrm>
        </p:spPr>
        <p:txBody>
          <a:bodyPr vert="horz" lIns="91440" tIns="45720" rIns="91440" bIns="45720" numCol="1" rtlCol="0" anchor="t">
            <a:normAutofit fontScale="32500" lnSpcReduction="20000"/>
          </a:bodyPr>
          <a:lstStyle/>
          <a:p>
            <a:pPr algn="r">
              <a:buNone/>
            </a:pP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Team members :</a:t>
            </a:r>
          </a:p>
          <a:p>
            <a:pPr algn="r">
              <a:buNone/>
            </a:pPr>
            <a:r>
              <a:rPr lang="en-US" sz="5000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A.Bhargavi</a:t>
            </a: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 (25A31A04J6)</a:t>
            </a:r>
          </a:p>
          <a:p>
            <a:pPr algn="r">
              <a:buNone/>
            </a:pPr>
            <a:r>
              <a:rPr lang="en-US" sz="5000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B.Lohitha</a:t>
            </a: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(25A31A04J7)</a:t>
            </a:r>
          </a:p>
          <a:p>
            <a:pPr algn="r">
              <a:buNone/>
            </a:pPr>
            <a:r>
              <a:rPr lang="en-US" sz="5000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C.Venkatakishore</a:t>
            </a:r>
            <a:r>
              <a:rPr lang="en-US" sz="5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 </a:t>
            </a: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(</a:t>
            </a: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25A31A04M3)</a:t>
            </a:r>
          </a:p>
          <a:p>
            <a:pPr algn="r">
              <a:buNone/>
            </a:pPr>
            <a:r>
              <a:rPr lang="en-US" sz="5000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C,Charan</a:t>
            </a: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5000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Yadav</a:t>
            </a: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 (</a:t>
            </a:r>
            <a:r>
              <a:rPr lang="en-US" sz="50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25A31A04M4</a:t>
            </a:r>
            <a:r>
              <a:rPr lang="en-US" dirty="0" smtClean="0"/>
              <a:t>)</a:t>
            </a:r>
            <a:endParaRPr lang="en-US" dirty="0"/>
          </a:p>
          <a:p>
            <a:pPr>
              <a:buNone/>
            </a:pPr>
            <a:r>
              <a:rPr lang="en-US" dirty="0" smtClean="0"/>
              <a:t>                                                                            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772529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ppt/theme/themeOverride1.xml><?xml version="1.0" encoding="utf-8"?>
<a:themeOverride xmlns:a="http://schemas.openxmlformats.org/drawingml/2006/main">
  <a:clrScheme name="Circuit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ppt/theme/themeOverride2.xml><?xml version="1.0" encoding="utf-8"?>
<a:themeOverride xmlns:a="http://schemas.openxmlformats.org/drawingml/2006/main">
  <a:clrScheme name="Circuit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267</Words>
  <Application>Microsoft Office PowerPoint</Application>
  <PresentationFormat>Custom</PresentationFormat>
  <Paragraphs>101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Circuit</vt:lpstr>
      <vt:lpstr> MINI PROJECT IN C PROGRAMMING </vt:lpstr>
      <vt:lpstr>introduction</vt:lpstr>
      <vt:lpstr>Student aadhar,apaarid,email&amp;phone number management system </vt:lpstr>
      <vt:lpstr> Program Purpose</vt:lpstr>
      <vt:lpstr>MAX Definition</vt:lpstr>
      <vt:lpstr>Student Structure</vt:lpstr>
      <vt:lpstr>Global Variables</vt:lpstr>
      <vt:lpstr>Add Student() Function</vt:lpstr>
      <vt:lpstr>Input Fields in add Student()</vt:lpstr>
      <vt:lpstr>Display Students() Function</vt:lpstr>
      <vt:lpstr>Loop Inside display Students()</vt:lpstr>
      <vt:lpstr>Search Student() Function </vt:lpstr>
      <vt:lpstr>Search Matching Logic</vt:lpstr>
      <vt:lpstr>Main Function</vt:lpstr>
      <vt:lpstr>Program summary </vt:lpstr>
      <vt:lpstr>thankyou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Charan Yadav</dc:creator>
  <cp:lastModifiedBy>Pragati</cp:lastModifiedBy>
  <cp:revision>96</cp:revision>
  <dcterms:created xsi:type="dcterms:W3CDTF">2025-12-12T04:15:07Z</dcterms:created>
  <dcterms:modified xsi:type="dcterms:W3CDTF">2025-12-23T05:43:04Z</dcterms:modified>
</cp:coreProperties>
</file>